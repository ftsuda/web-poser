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7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98451-0EAB-D40A-3FB6-908277243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C0CAC2-5534-2E14-4E8E-8DBB6F4D7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D44FF1-AEAA-2E36-E503-F5B27E7F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61CD1B-2A64-436D-FA90-46198FAE8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1D7AC4-CFCB-C732-C1EF-6B4D6958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51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F337C-71A1-C79D-B0D4-3FC98EC9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6E434F-F458-8FAB-2460-E992C61A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8A111A-E81B-28F2-CE6D-E85E219E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1DA0CC-2D49-6A7A-807C-4FEF7D36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4E1AA-E4BE-C124-F96F-D3F5588E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73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9FDC-71A3-09C9-CAB7-1EE838D1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A83DB2-6A0B-B542-DCEB-C85E82CE0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2EA3EC-21B1-A78B-F6E3-1CD2718C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558C18-51AF-FDE2-87C0-ABD73701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8AE02-A44C-C249-6013-CB219CDF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87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27E59-7B7F-8C63-AC9B-C37A4749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EDC5E0-A4E3-782F-056A-D8D84A519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BC65CC-6EFB-FA8B-9DB3-B2B350189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4D04F4-3355-DCD7-DDB2-26BE9705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73BC48-00D9-8552-1FCC-464B450C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77B4D4-C6D8-B01B-5518-C7545CE1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01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791B5-DA76-9F6C-BD33-44A8470D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2CB1AA-FBA8-F757-6F69-0DA11979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D67127-FE36-BF64-F9BE-6A2CE59D3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A5BB65-C8DB-C3F5-A788-D55AA04FA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452E5B-191E-10FA-3650-9E7762A0D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3AE37D-0540-42D0-07AB-061D8AD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3CCB1B8-39EC-E1B2-72FF-50A437A2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623599-4417-0DD9-ACDC-905F4DBD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73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A83BD-7F92-C6AC-39D5-FE1FC0A3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224E42-B7AD-19B4-362D-6CBC29EE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209DB0-A5BC-8CD9-48C2-A552616E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F9F273-D8FD-7879-4ADB-62688B72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46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69F578B-DD58-591E-520E-1E6366F5B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225703-2999-43CB-9950-4EB9A59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5713FE-7E48-E5E0-6641-3664FBAD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16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A7DAF-BFC7-9777-BBDE-7785442A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8E3A98-98B7-24BD-5552-F91F49D00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2D2D46-6F2B-F636-9E25-B05B363A6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68DA7B-B014-F543-2552-7F038CE8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86BE93-AD4C-4A11-41D6-A971BC71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7A35D6-EFA7-AC43-6199-C002634D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92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C6DDF-7D83-B218-6F59-954597E2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46DBB1-32C0-21FB-2EA8-847A6C053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40DFFB-34A3-42CA-1EC0-AA622A150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544FB0-C157-7143-417B-369C5CDF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6836BE-9CAA-886B-AE0C-99F51ABE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11D7A9-1BBB-0C50-10CC-43B9D9A0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10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C4B44-C048-2232-2617-79D4083B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FAF5B7-0511-C40D-29AB-EB8BC00FF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D407B5-96E7-2A21-3533-FA5376CD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CFFC9-6653-5E32-F66B-F9929867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1676AC-2C0D-8EA0-7352-1B4EF735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81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D5C57C-BC31-02AB-2FF9-028915D44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3B2E53-1B8D-BC1A-AC8E-79C8AFA2B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D9E72B-F9BC-B742-D78D-9FA4B81B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E59F8-6CDD-90ED-3F65-C6B2220D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BFB080-5E94-216A-01A1-07B18766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01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F787AC-AC7E-67D3-441C-9DC99290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E41039-7232-84FD-87D9-777FFC1AC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E2BFC3-47DD-C82D-61BA-C4A74A9BE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59024-0A67-4EE0-8158-349523177435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38B03D-9667-D001-E66A-570C691E8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52EC01-CE76-762F-0BED-E5A1E7F2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F7ED3-FEB6-40FA-8273-B4B8F16A5F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8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AA431-E85D-4704-B16B-6C983AC07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5B91C0-74CE-429B-FEB2-1382393D8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78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492F4B-CB3C-B216-E32A-29E765DC4196}"/>
              </a:ext>
            </a:extLst>
          </p:cNvPr>
          <p:cNvSpPr/>
          <p:nvPr/>
        </p:nvSpPr>
        <p:spPr>
          <a:xfrm>
            <a:off x="5924550" y="1962150"/>
            <a:ext cx="1104900" cy="122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8A04735-FFE1-DF03-FF56-2DE042214C41}"/>
              </a:ext>
            </a:extLst>
          </p:cNvPr>
          <p:cNvSpPr/>
          <p:nvPr/>
        </p:nvSpPr>
        <p:spPr>
          <a:xfrm>
            <a:off x="5785644" y="2228849"/>
            <a:ext cx="138906" cy="6000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4401A62-C084-EA31-E2F1-5825B79CCC3C}"/>
              </a:ext>
            </a:extLst>
          </p:cNvPr>
          <p:cNvSpPr/>
          <p:nvPr/>
        </p:nvSpPr>
        <p:spPr>
          <a:xfrm>
            <a:off x="5519738" y="1962150"/>
            <a:ext cx="238125" cy="122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09DAB71-D646-F0EB-45D7-35AE576AF6A9}"/>
              </a:ext>
            </a:extLst>
          </p:cNvPr>
          <p:cNvSpPr/>
          <p:nvPr/>
        </p:nvSpPr>
        <p:spPr>
          <a:xfrm>
            <a:off x="5384801" y="2276472"/>
            <a:ext cx="138906" cy="6000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5695C59-5DCB-062E-B999-9BC193ABDB37}"/>
              </a:ext>
            </a:extLst>
          </p:cNvPr>
          <p:cNvSpPr/>
          <p:nvPr/>
        </p:nvSpPr>
        <p:spPr>
          <a:xfrm>
            <a:off x="5132785" y="1962150"/>
            <a:ext cx="238125" cy="122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BF017C1-30E5-B3AA-5939-FFF7F593831F}"/>
              </a:ext>
            </a:extLst>
          </p:cNvPr>
          <p:cNvSpPr/>
          <p:nvPr/>
        </p:nvSpPr>
        <p:spPr>
          <a:xfrm>
            <a:off x="4986140" y="2228849"/>
            <a:ext cx="138906" cy="6000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6D14E7E-9938-151E-85E8-1503B85A4750}"/>
              </a:ext>
            </a:extLst>
          </p:cNvPr>
          <p:cNvSpPr/>
          <p:nvPr/>
        </p:nvSpPr>
        <p:spPr>
          <a:xfrm>
            <a:off x="4741069" y="2143121"/>
            <a:ext cx="238125" cy="866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26AB9C1-2629-37B5-01ED-E46886E09175}"/>
              </a:ext>
            </a:extLst>
          </p:cNvPr>
          <p:cNvSpPr/>
          <p:nvPr/>
        </p:nvSpPr>
        <p:spPr>
          <a:xfrm>
            <a:off x="6496049" y="1781175"/>
            <a:ext cx="409575" cy="180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B8DB49C-5B16-4993-A5E7-635C9CD0B0B5}"/>
              </a:ext>
            </a:extLst>
          </p:cNvPr>
          <p:cNvSpPr/>
          <p:nvPr/>
        </p:nvSpPr>
        <p:spPr>
          <a:xfrm>
            <a:off x="6496048" y="1390651"/>
            <a:ext cx="409575" cy="3905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92F3540-C1F2-AD2D-2562-62BCC3A36EE3}"/>
              </a:ext>
            </a:extLst>
          </p:cNvPr>
          <p:cNvSpPr/>
          <p:nvPr/>
        </p:nvSpPr>
        <p:spPr>
          <a:xfrm>
            <a:off x="6496046" y="1214436"/>
            <a:ext cx="409575" cy="180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5059248-CCD8-3306-7268-85BFF9FF5C1A}"/>
              </a:ext>
            </a:extLst>
          </p:cNvPr>
          <p:cNvSpPr/>
          <p:nvPr/>
        </p:nvSpPr>
        <p:spPr>
          <a:xfrm>
            <a:off x="6496046" y="714373"/>
            <a:ext cx="409575" cy="4762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21" descr="As linhas da sua mão podem dizer muito sobre sua personalidade – Fatos ...">
            <a:extLst>
              <a:ext uri="{FF2B5EF4-FFF2-40B4-BE49-F238E27FC236}">
                <a16:creationId xmlns:a16="http://schemas.microsoft.com/office/drawing/2014/main" id="{7DCC337C-6447-650D-3F9D-B4F5C03E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00" r="11250"/>
          <a:stretch>
            <a:fillRect/>
          </a:stretch>
        </p:blipFill>
        <p:spPr>
          <a:xfrm rot="16200000">
            <a:off x="4744485" y="3260968"/>
            <a:ext cx="2221225" cy="254396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46E9629-C2D2-B78F-3CBA-A1BEC8020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69" y="855131"/>
            <a:ext cx="2542252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e 1">
            <a:extLst>
              <a:ext uri="{FF2B5EF4-FFF2-40B4-BE49-F238E27FC236}">
                <a16:creationId xmlns:a16="http://schemas.microsoft.com/office/drawing/2014/main" id="{AA2B18D5-1935-DC85-654B-4772CDF21432}"/>
              </a:ext>
            </a:extLst>
          </p:cNvPr>
          <p:cNvSpPr/>
          <p:nvPr/>
        </p:nvSpPr>
        <p:spPr>
          <a:xfrm>
            <a:off x="4495800" y="1562100"/>
            <a:ext cx="2114550" cy="257175"/>
          </a:xfrm>
          <a:prstGeom prst="trapezoid">
            <a:avLst>
              <a:gd name="adj" fmla="val 12334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TRAPEZIO</a:t>
            </a:r>
          </a:p>
        </p:txBody>
      </p:sp>
      <p:sp>
        <p:nvSpPr>
          <p:cNvPr id="4" name="Trapezoide 3">
            <a:extLst>
              <a:ext uri="{FF2B5EF4-FFF2-40B4-BE49-F238E27FC236}">
                <a16:creationId xmlns:a16="http://schemas.microsoft.com/office/drawing/2014/main" id="{2E9DEC05-FF27-CBAC-850A-9A223CB5C2A8}"/>
              </a:ext>
            </a:extLst>
          </p:cNvPr>
          <p:cNvSpPr/>
          <p:nvPr/>
        </p:nvSpPr>
        <p:spPr>
          <a:xfrm flipV="1">
            <a:off x="4495800" y="1819274"/>
            <a:ext cx="2114550" cy="1066800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9B199C7-4CF7-5173-432D-52A5AB616084}"/>
              </a:ext>
            </a:extLst>
          </p:cNvPr>
          <p:cNvSpPr/>
          <p:nvPr/>
        </p:nvSpPr>
        <p:spPr>
          <a:xfrm>
            <a:off x="4762500" y="2886075"/>
            <a:ext cx="1590675" cy="5429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apezoide 8">
            <a:extLst>
              <a:ext uri="{FF2B5EF4-FFF2-40B4-BE49-F238E27FC236}">
                <a16:creationId xmlns:a16="http://schemas.microsoft.com/office/drawing/2014/main" id="{62A694B4-5015-FCB9-5A09-7CDF9B18226B}"/>
              </a:ext>
            </a:extLst>
          </p:cNvPr>
          <p:cNvSpPr/>
          <p:nvPr/>
        </p:nvSpPr>
        <p:spPr>
          <a:xfrm flipV="1">
            <a:off x="4695825" y="3667127"/>
            <a:ext cx="1724025" cy="923923"/>
          </a:xfrm>
          <a:prstGeom prst="trapezoid">
            <a:avLst>
              <a:gd name="adj" fmla="val 53866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rapezoide 10">
            <a:extLst>
              <a:ext uri="{FF2B5EF4-FFF2-40B4-BE49-F238E27FC236}">
                <a16:creationId xmlns:a16="http://schemas.microsoft.com/office/drawing/2014/main" id="{6463FDF1-36E4-EAF6-A658-A45B64CBF8BE}"/>
              </a:ext>
            </a:extLst>
          </p:cNvPr>
          <p:cNvSpPr/>
          <p:nvPr/>
        </p:nvSpPr>
        <p:spPr>
          <a:xfrm>
            <a:off x="4695825" y="3429001"/>
            <a:ext cx="1724025" cy="228600"/>
          </a:xfrm>
          <a:prstGeom prst="trapezoi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1F39051-187F-EB20-1EEA-0C95FF075FBA}"/>
              </a:ext>
            </a:extLst>
          </p:cNvPr>
          <p:cNvSpPr txBox="1"/>
          <p:nvPr/>
        </p:nvSpPr>
        <p:spPr>
          <a:xfrm>
            <a:off x="4852987" y="2168008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TRAPÉZIO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9529F5-3265-AFD8-4F06-0102ADCA78BC}"/>
              </a:ext>
            </a:extLst>
          </p:cNvPr>
          <p:cNvSpPr txBox="1"/>
          <p:nvPr/>
        </p:nvSpPr>
        <p:spPr>
          <a:xfrm>
            <a:off x="4852987" y="2972872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CILINDRO</a:t>
            </a:r>
          </a:p>
        </p:txBody>
      </p:sp>
      <p:sp>
        <p:nvSpPr>
          <p:cNvPr id="18" name="Chave Direita 17">
            <a:extLst>
              <a:ext uri="{FF2B5EF4-FFF2-40B4-BE49-F238E27FC236}">
                <a16:creationId xmlns:a16="http://schemas.microsoft.com/office/drawing/2014/main" id="{FF15D644-5B79-80DE-842B-C2FDF29DA6BF}"/>
              </a:ext>
            </a:extLst>
          </p:cNvPr>
          <p:cNvSpPr/>
          <p:nvPr/>
        </p:nvSpPr>
        <p:spPr>
          <a:xfrm>
            <a:off x="6710362" y="1562100"/>
            <a:ext cx="575655" cy="132397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D46F76-4390-F6E3-9462-FE664D0725A6}"/>
              </a:ext>
            </a:extLst>
          </p:cNvPr>
          <p:cNvSpPr txBox="1"/>
          <p:nvPr/>
        </p:nvSpPr>
        <p:spPr>
          <a:xfrm>
            <a:off x="7286017" y="2039421"/>
            <a:ext cx="87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CHEST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525EEA6-C38A-A7F4-4F9F-FF2945594D07}"/>
              </a:ext>
            </a:extLst>
          </p:cNvPr>
          <p:cNvSpPr txBox="1"/>
          <p:nvPr/>
        </p:nvSpPr>
        <p:spPr>
          <a:xfrm>
            <a:off x="4852987" y="3412496"/>
            <a:ext cx="1400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TRAPÉZIO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8951F70-FA22-F79B-7A3F-936B94F577D9}"/>
              </a:ext>
            </a:extLst>
          </p:cNvPr>
          <p:cNvSpPr txBox="1"/>
          <p:nvPr/>
        </p:nvSpPr>
        <p:spPr>
          <a:xfrm>
            <a:off x="7360139" y="3358635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SPINE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22F39874-CD72-EDD9-AED3-49677E6D6773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610350" y="3543301"/>
            <a:ext cx="74978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4F88607-5636-2BD0-14DB-600A4539F719}"/>
              </a:ext>
            </a:extLst>
          </p:cNvPr>
          <p:cNvSpPr txBox="1"/>
          <p:nvPr/>
        </p:nvSpPr>
        <p:spPr>
          <a:xfrm>
            <a:off x="6960830" y="4132779"/>
            <a:ext cx="675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PIVÔ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86A8645-550E-0908-6B48-AC74C04CA39E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211041" y="4317445"/>
            <a:ext cx="74978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54E2B0C-6036-3141-5C27-A1EE4BCBCE35}"/>
              </a:ext>
            </a:extLst>
          </p:cNvPr>
          <p:cNvSpPr txBox="1"/>
          <p:nvPr/>
        </p:nvSpPr>
        <p:spPr>
          <a:xfrm>
            <a:off x="4852987" y="3858772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TRAPÉZIO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879C828-A2FF-3ED6-B1F6-18EA3532A50D}"/>
              </a:ext>
            </a:extLst>
          </p:cNvPr>
          <p:cNvSpPr txBox="1"/>
          <p:nvPr/>
        </p:nvSpPr>
        <p:spPr>
          <a:xfrm>
            <a:off x="7260126" y="2983309"/>
            <a:ext cx="334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LIGAÇÃO ENTRE CHEST / SPINE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EC35A25D-DD5A-77B2-FF1E-914A7DBBAF84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6510337" y="3167975"/>
            <a:ext cx="74978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25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Tsuda</dc:creator>
  <cp:lastModifiedBy>Fernando Tsuda</cp:lastModifiedBy>
  <cp:revision>1</cp:revision>
  <dcterms:created xsi:type="dcterms:W3CDTF">2026-07-24T12:42:32Z</dcterms:created>
  <dcterms:modified xsi:type="dcterms:W3CDTF">2026-07-24T14:07:37Z</dcterms:modified>
</cp:coreProperties>
</file>